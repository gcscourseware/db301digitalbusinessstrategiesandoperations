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BFDBB-36D7-55D1-E656-9452491EC3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8EB1CE-0D7A-8AE4-28B5-CA38E56DAE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9FF5E-E92F-22F8-0B6D-1E6073410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459B9-3523-4364-B495-455A51622255}" type="datetimeFigureOut">
              <a:rPr lang="en-SG" smtClean="0"/>
              <a:t>14/9/2026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6B9F9-6521-5C05-BD97-452D81A4A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49FC8-F136-1C83-C829-ECB63EA3B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9BD81-08C4-4BEA-B704-404F6A3C1AE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57391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C2501-4B33-435B-1991-947E98E20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88DAD-D11F-F938-A328-32881C8E7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E9C7B-514B-4206-FDB8-8D1348B2A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459B9-3523-4364-B495-455A51622255}" type="datetimeFigureOut">
              <a:rPr lang="en-SG" smtClean="0"/>
              <a:t>14/9/2026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059E9-88FA-EE59-7A51-96CB16E72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7F395-FB19-B7E2-CF5D-4ED93D5A4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9BD81-08C4-4BEA-B704-404F6A3C1AE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68000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0B5CC-120A-BB98-4BAF-3D6DA9C03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E6B5CC-AF1D-A25C-D37B-19968A8DA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FEFC2-565F-3B84-2946-4B8477CAB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459B9-3523-4364-B495-455A51622255}" type="datetimeFigureOut">
              <a:rPr lang="en-SG" smtClean="0"/>
              <a:t>14/9/2026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AE7CD-FCDD-3A6C-296D-09A374D5B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EB736-2392-2FAD-A311-9F5263BDE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9BD81-08C4-4BEA-B704-404F6A3C1AE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71523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56CCD-6840-731C-26B7-56C5FDFE6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38A6D-1CE0-4D33-956A-A83884BCE7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54375A-B66E-6744-8A23-51E5FF9E2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FE886A-99CE-C307-B3AD-9BC42926A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459B9-3523-4364-B495-455A51622255}" type="datetimeFigureOut">
              <a:rPr lang="en-SG" smtClean="0"/>
              <a:t>14/9/2026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F0BCB2-045A-D3A8-5654-54D1536D9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3A5E17-39FF-4DA5-1571-75E7B4212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9BD81-08C4-4BEA-B704-404F6A3C1AE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15260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C484D-C7C6-E354-4D49-4BD1511D1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9E2C27-6DCD-8FB9-A22F-FF714894A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84542F-56D3-2BBA-0180-44414C0BFE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2797AA-38D7-A1EF-3F02-F5F6F4D0C9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EDEE7F-868B-A8CC-643D-1893A1D813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5D990E-4534-0A50-8A74-4356D1BA1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459B9-3523-4364-B495-455A51622255}" type="datetimeFigureOut">
              <a:rPr lang="en-SG" smtClean="0"/>
              <a:t>14/9/2026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04FEE3-E1AD-A72E-0348-DFEBA83BF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6E5C75-1123-1F7B-BB27-EB09D3386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9BD81-08C4-4BEA-B704-404F6A3C1AE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54575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A7349-DFB4-2A19-D475-5DFB27544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BD1091-321F-28D0-E065-2990799D8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459B9-3523-4364-B495-455A51622255}" type="datetimeFigureOut">
              <a:rPr lang="en-SG" smtClean="0"/>
              <a:t>14/9/2026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700E6E-049D-601A-EDFE-D0DDE8F43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F07990-0AEE-501E-083D-838DD0275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9BD81-08C4-4BEA-B704-404F6A3C1AE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04758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3BC5ED-DDC9-8E69-F678-CA0549A25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459B9-3523-4364-B495-455A51622255}" type="datetimeFigureOut">
              <a:rPr lang="en-SG" smtClean="0"/>
              <a:t>14/9/2026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2E9D82-DA60-1232-17C0-66082D55F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05720-F762-6A01-C5C9-D69B0E091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9BD81-08C4-4BEA-B704-404F6A3C1AE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58382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036A1-A8BF-474C-31BC-E42E4C356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444DF-0C0E-38C2-1EA3-1F1B71ABE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EE3B64-5CF1-F6A4-DDA5-1137066786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88B34D-67F3-B6E0-D6E9-34724B83E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459B9-3523-4364-B495-455A51622255}" type="datetimeFigureOut">
              <a:rPr lang="en-SG" smtClean="0"/>
              <a:t>14/9/2026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0FF2DD-C172-DA27-680F-16CDB7458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F6CF91-6836-7CA4-18BB-5200074A1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9BD81-08C4-4BEA-B704-404F6A3C1AE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45401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5C261-B610-6EAA-4280-6F1DF01B6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22835D-BCD7-7692-0EA5-38C78CF464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2242DB-1A3B-97F0-118A-CDB8346B13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4DD620-9E34-68E8-D158-BD8E1DF58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459B9-3523-4364-B495-455A51622255}" type="datetimeFigureOut">
              <a:rPr lang="en-SG" smtClean="0"/>
              <a:t>14/9/2026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3FA19-27AD-99BB-823E-B5FE11631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4B49D-703F-C79F-71F4-42CF5D041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9BD81-08C4-4BEA-B704-404F6A3C1AE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20752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717EF-517B-31E5-C13A-9A0493B8E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F3C4ED-FA39-09FD-6172-AC5BABE30E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83B57-A3F8-696D-B473-19A743991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459B9-3523-4364-B495-455A51622255}" type="datetimeFigureOut">
              <a:rPr lang="en-SG" smtClean="0"/>
              <a:t>14/9/2026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61FAC-9A56-BC0F-C03F-892714BE3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73019-3415-9489-08C0-BDBED8578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9BD81-08C4-4BEA-B704-404F6A3C1AE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22457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5CFFB6-43C5-90A3-018A-7C6B16C02D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A9AA97-A5B7-8689-E471-B3CFFFFA78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E0C4A-179F-90E9-162A-437102A7B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459B9-3523-4364-B495-455A51622255}" type="datetimeFigureOut">
              <a:rPr lang="en-SG" smtClean="0"/>
              <a:t>14/9/2026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D8DD5-BCAB-D60B-4BF6-B0D5E6C39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56D16-0EA7-5B7D-4F27-16C9FC8C1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9BD81-08C4-4BEA-B704-404F6A3C1AE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27782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309797-DDEC-368A-61A7-7427D79A8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747A2-11E1-D85D-71ED-DE8E1C763E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EDEA4-4AD6-A06B-6312-02081878F3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1459B9-3523-4364-B495-455A51622255}" type="datetimeFigureOut">
              <a:rPr lang="en-SG" smtClean="0"/>
              <a:t>14/9/2026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55656-C44A-24B3-BCF0-01D6558C94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9A31B-610A-95DE-B1A7-1F6CB0E59D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99BD81-08C4-4BEA-B704-404F6A3C1AE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32345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3AAA0-A02B-152C-7DDA-BCD1EE886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9814" y="196072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SG" dirty="0"/>
              <a:t>Traditional Flow </a:t>
            </a:r>
            <a:br>
              <a:rPr lang="en-SG" dirty="0"/>
            </a:br>
            <a:r>
              <a:rPr lang="en-SG" dirty="0"/>
              <a:t>Tutor – Student – Enhance Learning</a:t>
            </a:r>
            <a:br>
              <a:rPr lang="en-SG" dirty="0"/>
            </a:br>
            <a:br>
              <a:rPr lang="en-SG" dirty="0"/>
            </a:br>
            <a:r>
              <a:rPr lang="en-SG" dirty="0"/>
              <a:t>Digital Transformation</a:t>
            </a:r>
            <a:br>
              <a:rPr lang="en-SG" dirty="0"/>
            </a:br>
            <a:r>
              <a:rPr lang="en-SG" dirty="0"/>
              <a:t>AI Study Companion – Student – Personalized Study Modules – Enhanced Learning – Data Analysis – Improve Results</a:t>
            </a:r>
          </a:p>
        </p:txBody>
      </p:sp>
    </p:spTree>
    <p:extLst>
      <p:ext uri="{BB962C8B-B14F-4D97-AF65-F5344CB8AC3E}">
        <p14:creationId xmlns:p14="http://schemas.microsoft.com/office/powerpoint/2010/main" val="3966672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6DB09-78D6-5981-80A4-8D5118A79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Tech-Driven Business Model Canvas (BMC) </a:t>
            </a:r>
            <a:br>
              <a:rPr lang="en-SG" dirty="0"/>
            </a:br>
            <a:r>
              <a:rPr lang="en-SG" dirty="0"/>
              <a:t>1. Key Tech Partners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D5E7E-9BA7-24D6-43DD-E2D07B366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EdTech Content Providers (E.g., Kahoot (Gamification), Canvas (Content)..etc.)</a:t>
            </a:r>
          </a:p>
          <a:p>
            <a:r>
              <a:rPr lang="en-SG" dirty="0"/>
              <a:t>AI Providers  (ChatGPT, Gemini, Claude, etc.</a:t>
            </a:r>
          </a:p>
          <a:p>
            <a:r>
              <a:rPr lang="en-SG" dirty="0"/>
              <a:t>Cloud Services (AWS, Azure, etc.)</a:t>
            </a:r>
          </a:p>
        </p:txBody>
      </p:sp>
    </p:spTree>
    <p:extLst>
      <p:ext uri="{BB962C8B-B14F-4D97-AF65-F5344CB8AC3E}">
        <p14:creationId xmlns:p14="http://schemas.microsoft.com/office/powerpoint/2010/main" val="1612631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A61E5-9A83-7967-6D7E-95D064961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EE372-3CD1-0649-864E-D321742E6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Tech-Driven Business Model Canvas (BMC) </a:t>
            </a:r>
            <a:br>
              <a:rPr lang="en-SG" dirty="0"/>
            </a:br>
            <a:r>
              <a:rPr lang="en-SG" dirty="0"/>
              <a:t>2. Key Tech 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A25E1-8782-A2EE-2370-E2BC748E1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AI Integration into Learning Management System (LMS) development</a:t>
            </a:r>
          </a:p>
          <a:p>
            <a:r>
              <a:rPr lang="en-SG" dirty="0"/>
              <a:t>Digital Transformation of Learning </a:t>
            </a:r>
          </a:p>
        </p:txBody>
      </p:sp>
    </p:spTree>
    <p:extLst>
      <p:ext uri="{BB962C8B-B14F-4D97-AF65-F5344CB8AC3E}">
        <p14:creationId xmlns:p14="http://schemas.microsoft.com/office/powerpoint/2010/main" val="2124150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8343C-2722-105D-5871-5C57D5B93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EC535-D366-CC2D-35E7-974BD80FE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Tech-Driven Business Model Canvas (BMC) </a:t>
            </a:r>
            <a:br>
              <a:rPr lang="en-SG" dirty="0"/>
            </a:br>
            <a:r>
              <a:rPr lang="en-SG" dirty="0"/>
              <a:t>3. Key Tech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3305C-8BFE-513B-0AD5-F00278B3A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AI Technology</a:t>
            </a:r>
          </a:p>
          <a:p>
            <a:r>
              <a:rPr lang="en-SG" dirty="0"/>
              <a:t>Cloud Technology</a:t>
            </a:r>
          </a:p>
          <a:p>
            <a:r>
              <a:rPr lang="en-SG" dirty="0"/>
              <a:t>AI Driven LMS</a:t>
            </a:r>
          </a:p>
        </p:txBody>
      </p:sp>
    </p:spTree>
    <p:extLst>
      <p:ext uri="{BB962C8B-B14F-4D97-AF65-F5344CB8AC3E}">
        <p14:creationId xmlns:p14="http://schemas.microsoft.com/office/powerpoint/2010/main" val="2484194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8A838-7239-2C22-DD94-D8E40149B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9794-E862-B43C-9FF0-4BE8ADB3E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Tech-Driven Business Model Canvas (BMC) </a:t>
            </a:r>
            <a:br>
              <a:rPr lang="en-SG" dirty="0"/>
            </a:br>
            <a:r>
              <a:rPr lang="en-SG" dirty="0"/>
              <a:t>4. Value Tech Proposition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4F5A4-4B64-B10D-5527-F36EC28FE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Personalized AI powered learning experience</a:t>
            </a:r>
          </a:p>
          <a:p>
            <a:r>
              <a:rPr lang="en-SG" dirty="0"/>
              <a:t>AI powered study planner and reminders</a:t>
            </a:r>
          </a:p>
          <a:p>
            <a:r>
              <a:rPr lang="en-SG" dirty="0"/>
              <a:t>Digital Assistance/AI assistant/AI agent</a:t>
            </a:r>
          </a:p>
          <a:p>
            <a:r>
              <a:rPr lang="en-SG" dirty="0"/>
              <a:t>Mobile AI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17063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64FED-E9CB-31B4-2354-C9EB964F0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2A0BB-2C4D-8D6B-1D42-23A953065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Tech-Driven Business Model Canvas (BMC) </a:t>
            </a:r>
            <a:br>
              <a:rPr lang="en-SG" dirty="0"/>
            </a:br>
            <a:r>
              <a:rPr lang="en-SG" dirty="0"/>
              <a:t>5. Customer Tech Relationship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36760-E29F-AD2B-E16A-E053A5D7A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AI Study Companion Chatbot </a:t>
            </a:r>
          </a:p>
        </p:txBody>
      </p:sp>
    </p:spTree>
    <p:extLst>
      <p:ext uri="{BB962C8B-B14F-4D97-AF65-F5344CB8AC3E}">
        <p14:creationId xmlns:p14="http://schemas.microsoft.com/office/powerpoint/2010/main" val="267102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8421D-53A9-F379-084A-4765AC8DA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76F8A-1E85-079E-B8FE-275CC9869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Tech-Driven Business Model Canvas (BMC) </a:t>
            </a:r>
            <a:br>
              <a:rPr lang="en-SG" dirty="0"/>
            </a:br>
            <a:r>
              <a:rPr lang="en-SG" dirty="0"/>
              <a:t>6. Tech Channels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2E60A-B73F-DD63-6659-2D1C86787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AI Study Companion App (App Store, Play Store)</a:t>
            </a:r>
          </a:p>
          <a:p>
            <a:r>
              <a:rPr lang="en-SG" dirty="0"/>
              <a:t>Social Media (Digital Marketing) </a:t>
            </a:r>
          </a:p>
        </p:txBody>
      </p:sp>
    </p:spTree>
    <p:extLst>
      <p:ext uri="{BB962C8B-B14F-4D97-AF65-F5344CB8AC3E}">
        <p14:creationId xmlns:p14="http://schemas.microsoft.com/office/powerpoint/2010/main" val="1574529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BE176-469F-25BE-6CB2-1F13E845A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32246-A32F-7F2D-E02B-C7430BE1F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Tech-Driven Business Model Canvas (BMC) </a:t>
            </a:r>
            <a:br>
              <a:rPr lang="en-SG" dirty="0"/>
            </a:br>
            <a:r>
              <a:rPr lang="en-SG" dirty="0"/>
              <a:t>7. Tech Customer Segment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0B23C-C1E5-2568-977B-E1EAEFBAC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Smartphone users who are interested in AI study companion (E.g., any type of students)</a:t>
            </a:r>
          </a:p>
          <a:p>
            <a:r>
              <a:rPr lang="en-SG" dirty="0"/>
              <a:t>Office/Corporate Training (Corporate Clientele)</a:t>
            </a:r>
          </a:p>
        </p:txBody>
      </p:sp>
    </p:spTree>
    <p:extLst>
      <p:ext uri="{BB962C8B-B14F-4D97-AF65-F5344CB8AC3E}">
        <p14:creationId xmlns:p14="http://schemas.microsoft.com/office/powerpoint/2010/main" val="1126482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8DD9A-47E3-35C6-B224-26C2E0695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8E9BD-A750-2DE4-77E5-25A04E9EB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Tech-Driven Business Model Canvas (BMC) </a:t>
            </a:r>
            <a:br>
              <a:rPr lang="en-SG" dirty="0"/>
            </a:br>
            <a:r>
              <a:rPr lang="en-SG" dirty="0"/>
              <a:t>8. Tech Cost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226EE-D52D-D536-9587-743193F7B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AI Technology Cost</a:t>
            </a:r>
          </a:p>
          <a:p>
            <a:r>
              <a:rPr lang="en-SG" dirty="0"/>
              <a:t>Cloud Technology Cost</a:t>
            </a:r>
          </a:p>
          <a:p>
            <a:r>
              <a:rPr lang="en-SG" dirty="0"/>
              <a:t>AI Driven LMS Cost</a:t>
            </a:r>
          </a:p>
        </p:txBody>
      </p:sp>
    </p:spTree>
    <p:extLst>
      <p:ext uri="{BB962C8B-B14F-4D97-AF65-F5344CB8AC3E}">
        <p14:creationId xmlns:p14="http://schemas.microsoft.com/office/powerpoint/2010/main" val="2279358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6D6D2-83AA-6F69-6055-8B6DC3FB3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C4F11-F8C3-9A9D-E023-B045ACB4F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Tech-Driven Business Model Canvas (BMC) </a:t>
            </a:r>
            <a:br>
              <a:rPr lang="en-SG" dirty="0"/>
            </a:br>
            <a:r>
              <a:rPr lang="en-SG" dirty="0"/>
              <a:t>9. Tech Revenue Stream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CD7C1-0DA7-DC7D-5748-AC54CDAEC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Freemium (Download the App but use minimal features)</a:t>
            </a:r>
          </a:p>
          <a:p>
            <a:r>
              <a:rPr lang="en-SG" dirty="0"/>
              <a:t>Premium (Download the App but use advance features)</a:t>
            </a:r>
          </a:p>
          <a:p>
            <a:r>
              <a:rPr lang="en-SG" dirty="0"/>
              <a:t>Licensing (Schools are considered my partners (Supply the app to the students of their school)</a:t>
            </a:r>
          </a:p>
          <a:p>
            <a:r>
              <a:rPr lang="en-SG" dirty="0"/>
              <a:t>Customization Features </a:t>
            </a:r>
          </a:p>
        </p:txBody>
      </p:sp>
    </p:spTree>
    <p:extLst>
      <p:ext uri="{BB962C8B-B14F-4D97-AF65-F5344CB8AC3E}">
        <p14:creationId xmlns:p14="http://schemas.microsoft.com/office/powerpoint/2010/main" val="558219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326</Words>
  <Application>Microsoft Office PowerPoint</Application>
  <PresentationFormat>Widescreen</PresentationFormat>
  <Paragraphs>34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Traditional Flow  Tutor – Student – Enhance Learning  Digital Transformation AI Study Companion – Student – Personalized Study Modules – Enhanced Learning – Data Analysis – Improve Results</vt:lpstr>
      <vt:lpstr>Tech-Driven Business Model Canvas (BMC)  1. Key Tech Partners </vt:lpstr>
      <vt:lpstr>Tech-Driven Business Model Canvas (BMC)  2. Key Tech Activities</vt:lpstr>
      <vt:lpstr>Tech-Driven Business Model Canvas (BMC)  3. Key Tech Resources</vt:lpstr>
      <vt:lpstr>Tech-Driven Business Model Canvas (BMC)  4. Value Tech Proposition</vt:lpstr>
      <vt:lpstr>Tech-Driven Business Model Canvas (BMC)  5. Customer Tech Relationship</vt:lpstr>
      <vt:lpstr>Tech-Driven Business Model Canvas (BMC)  6. Tech Channels</vt:lpstr>
      <vt:lpstr>Tech-Driven Business Model Canvas (BMC)  7. Tech Customer Segment</vt:lpstr>
      <vt:lpstr>Tech-Driven Business Model Canvas (BMC)  8. Tech Cost Structure</vt:lpstr>
      <vt:lpstr>Tech-Driven Business Model Canvas (BMC)  9. Tech Revenue Stream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Marie Chris Soque</dc:creator>
  <cp:lastModifiedBy>Marie Chris Soque</cp:lastModifiedBy>
  <cp:revision>1</cp:revision>
  <dcterms:created xsi:type="dcterms:W3CDTF">2026-09-14T02:58:23Z</dcterms:created>
  <dcterms:modified xsi:type="dcterms:W3CDTF">2026-09-14T03:30:27Z</dcterms:modified>
</cp:coreProperties>
</file>