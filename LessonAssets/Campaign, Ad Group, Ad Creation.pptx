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B5AF-0A8B-F60A-5370-B43ABBA7D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93E99C-427C-CA61-60B9-EF0E5FF2E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971DD-A3D9-1874-84EF-2732D418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7C1F0-7ECB-A34C-F740-6FD5A001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09B6B-9139-5CD1-FC91-618D072E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613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408C-7608-1994-DFB4-D164C81E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1F770-09C8-0BE3-FA44-0343CB84B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58136-7E35-27BA-66F7-91EE6BA22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D141B-3FFD-8A42-C263-5851A0C1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3CB2B-CA53-137B-9460-76AE2CC8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511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93A4-DB4B-8070-4970-C667FB0EA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9D6F8-17BC-9B03-EB12-DE126567B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B791F-3593-09E9-093F-E6F1EE28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6918-C14A-EC9D-88EA-D7836ED7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474E6-51CF-4EAF-3177-3455E0E9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9648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17AE-06B6-7998-BFDD-A12CC1F0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EE336-A90E-C590-E203-F14473B46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47AFB-FB7C-FE05-A579-B26D4C040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14138-F505-CBEB-6435-4DACD919B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85672-E6E8-82AA-C35A-9FA1C90A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904C3-D637-8C11-FED1-5C9C51A9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94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151F-883A-7728-9D29-8B69EFB2D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53CD2-2752-DEA5-D041-3B1745A26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C431F-78BB-28C6-A85C-FC85FE43E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51F03-2DAB-58C3-942B-700EA30D7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3558C-7797-39EE-1A42-0D9265057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A0D8F-B14C-ABDC-3467-01053817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20149-90F2-FA91-927C-0B50CE94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A0C35-EDDE-EB58-A0E0-0B91EF12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135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BD04-B4CA-6D5D-E457-E76589B3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D7878-ACD6-A043-D93A-18E7791F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8A8DD-FBE6-C159-D82F-63DE8C82C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E9938-79AE-6DBC-87A4-F0BE4EE02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303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C2948-4419-8059-64B4-A7B94A0A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EBF3A5-D439-417E-A5F5-6AC27B1A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9DA86-2E5B-B6BA-1D48-714BEF71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784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0CC3-71BC-C648-568A-23DDC0CA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8B222-1E73-9524-9874-2123A6C39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58287-4D01-9E93-27A4-DE1F53C25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440BC-9F03-0014-083E-D8067F63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873EE-5727-B9E9-3FCF-C2B8D0F52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B844F-30F3-C835-5C42-3F7F186E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437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13465-EDBD-95CD-EA6C-A1F07CD8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9D086E-7A24-2B30-37F9-E1BE57420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C61D-08BF-F654-E136-4E0076F36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01CFC-BDE8-91E4-2B56-B298BD50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05258-AF0D-422B-E90A-186F2925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6EE22-CC84-7342-CB32-BCFBBFFC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663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5380E-B4DA-7D34-8297-D9970109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9B7DE-7A8E-FBFC-A9E3-9CB9A115F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C8D29-1C9C-E257-6F4E-2A731FA49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F4987-AF1B-9799-E9DE-D454E114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08FD7-7E53-F60F-87C8-7EE200F7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3737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8EA7B-5BAA-5717-31E1-AABC1F557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8F3B6-65BD-8ACF-5E1B-8F4D046A0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4273C-36C5-9B1E-EE56-C62FEAAD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517DA-1A3C-33EC-CD6F-D4A0E6B8D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A4743-C279-83E5-A180-51D8D36C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623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E94DB2-E4FF-1FD2-24E8-B0711E15F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D4D9D-268F-E8F0-AD37-5D31BFDEC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B14F9-2D98-4600-497A-6E1D1A2C6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76DF5-73C4-49B5-89B3-BEBA9D24E4D0}" type="datetimeFigureOut">
              <a:rPr lang="en-SG" smtClean="0"/>
              <a:t>9/9/2026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653D4-BB9E-D628-F7AF-5FF47474B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4FAC3-BA9B-64BA-71A8-E73DF65FB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3CD56-DBAE-4C3B-85DA-4E1E5176A3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62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04CB-0E82-32F3-A3DB-59A2F00CF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Campaign, Ad Group, Ad Creation</a:t>
            </a:r>
          </a:p>
        </p:txBody>
      </p:sp>
    </p:spTree>
    <p:extLst>
      <p:ext uri="{BB962C8B-B14F-4D97-AF65-F5344CB8AC3E}">
        <p14:creationId xmlns:p14="http://schemas.microsoft.com/office/powerpoint/2010/main" val="693420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2136-D711-D61B-BE9B-6B0DA4BA2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Du Ki (Bella Café) – Creating a Campaign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DD18-8F0D-23E4-C58D-B38DDAEFC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G" u="sng" dirty="0"/>
              <a:t>Campaign Level</a:t>
            </a:r>
          </a:p>
          <a:p>
            <a:pPr marL="0" indent="0">
              <a:buNone/>
            </a:pPr>
            <a:r>
              <a:rPr lang="en-SG" dirty="0"/>
              <a:t>- Set up a campaign with the objective of views/traffic</a:t>
            </a:r>
          </a:p>
          <a:p>
            <a:pPr marL="0" indent="0">
              <a:buNone/>
            </a:pPr>
            <a:r>
              <a:rPr lang="en-SG" dirty="0"/>
              <a:t>- Consider your own campaign settings (Budget, schedule (start, end)), campaign type, etc.</a:t>
            </a:r>
          </a:p>
          <a:p>
            <a:pPr marL="0" indent="0">
              <a:buNone/>
            </a:pPr>
            <a:r>
              <a:rPr lang="en-SG" u="sng" dirty="0"/>
              <a:t>Ad Group Level</a:t>
            </a:r>
          </a:p>
          <a:p>
            <a:pPr marL="0" indent="0">
              <a:buNone/>
            </a:pPr>
            <a:r>
              <a:rPr lang="en-SG" dirty="0"/>
              <a:t>- Set up your keywords (10 Keywords (5 short tail and 5 long tail) </a:t>
            </a:r>
          </a:p>
          <a:p>
            <a:pPr marL="0" indent="0">
              <a:buNone/>
            </a:pPr>
            <a:r>
              <a:rPr lang="en-SG" u="sng" dirty="0"/>
              <a:t>Ad Level</a:t>
            </a:r>
          </a:p>
          <a:p>
            <a:pPr>
              <a:buFontTx/>
              <a:buChar char="-"/>
            </a:pPr>
            <a:r>
              <a:rPr lang="en-SG" dirty="0"/>
              <a:t>5 Headlines based from some of your keywords</a:t>
            </a:r>
          </a:p>
          <a:p>
            <a:pPr>
              <a:buFontTx/>
              <a:buChar char="-"/>
            </a:pPr>
            <a:r>
              <a:rPr lang="en-SG" dirty="0"/>
              <a:t>3 Descriptions </a:t>
            </a:r>
          </a:p>
          <a:p>
            <a:pPr>
              <a:buFontTx/>
              <a:buChar char="-"/>
            </a:pPr>
            <a:r>
              <a:rPr lang="en-SG" dirty="0"/>
              <a:t>2 Sitelinks (based on the pages within your </a:t>
            </a:r>
            <a:r>
              <a:rPr lang="en-SG" dirty="0" err="1"/>
              <a:t>wix</a:t>
            </a:r>
            <a:r>
              <a:rPr lang="en-SG" dirty="0"/>
              <a:t> website)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3845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CF0B-C800-4A42-D339-AEEE8079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B972-5EFB-3982-627B-02813DDE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Htoo(Htoo Photography) – Creating a Campaign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02654-0F66-5B47-303E-7A39D2C3B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G" u="sng" dirty="0"/>
              <a:t>Campaign Level</a:t>
            </a:r>
          </a:p>
          <a:p>
            <a:pPr marL="0" indent="0">
              <a:buNone/>
            </a:pPr>
            <a:r>
              <a:rPr lang="en-SG" dirty="0"/>
              <a:t>- Set up a campaign with the objective of views/traffic</a:t>
            </a:r>
          </a:p>
          <a:p>
            <a:pPr marL="0" indent="0">
              <a:buNone/>
            </a:pPr>
            <a:r>
              <a:rPr lang="en-SG" dirty="0"/>
              <a:t>- Consider your own campaign settings (Budget, schedule (start, end)), campaign type, etc.</a:t>
            </a:r>
          </a:p>
          <a:p>
            <a:pPr marL="0" indent="0">
              <a:buNone/>
            </a:pPr>
            <a:r>
              <a:rPr lang="en-SG" u="sng" dirty="0"/>
              <a:t>Ad Group Level</a:t>
            </a:r>
          </a:p>
          <a:p>
            <a:pPr marL="0" indent="0">
              <a:buNone/>
            </a:pPr>
            <a:r>
              <a:rPr lang="en-SG" dirty="0"/>
              <a:t>- Set up your keywords (10 Keywords (5 short tail and 5 long tail) </a:t>
            </a:r>
          </a:p>
          <a:p>
            <a:pPr marL="0" indent="0">
              <a:buNone/>
            </a:pPr>
            <a:r>
              <a:rPr lang="en-SG" u="sng" dirty="0"/>
              <a:t>Ad Level</a:t>
            </a:r>
          </a:p>
          <a:p>
            <a:pPr>
              <a:buFontTx/>
              <a:buChar char="-"/>
            </a:pPr>
            <a:r>
              <a:rPr lang="en-SG" dirty="0"/>
              <a:t>5 Headlines based from some of your keywords</a:t>
            </a:r>
          </a:p>
          <a:p>
            <a:pPr>
              <a:buFontTx/>
              <a:buChar char="-"/>
            </a:pPr>
            <a:r>
              <a:rPr lang="en-SG" dirty="0"/>
              <a:t>3 Descriptions </a:t>
            </a:r>
          </a:p>
          <a:p>
            <a:pPr>
              <a:buFontTx/>
              <a:buChar char="-"/>
            </a:pPr>
            <a:r>
              <a:rPr lang="en-SG" dirty="0"/>
              <a:t>2 Sitelinks (based on the pages within your </a:t>
            </a:r>
            <a:r>
              <a:rPr lang="en-SG" dirty="0" err="1"/>
              <a:t>wix</a:t>
            </a:r>
            <a:r>
              <a:rPr lang="en-SG" dirty="0"/>
              <a:t> website)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716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22CFC-7F7E-1222-DEA2-49782C0E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F97F-3705-8D45-9B90-9E1E61CC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Cool (Angel Cool Restaurant) – Creating a Campaign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6D3D1-5290-2129-27F6-A13A24513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G" u="sng" dirty="0"/>
              <a:t>Campaign Level</a:t>
            </a:r>
          </a:p>
          <a:p>
            <a:pPr marL="0" indent="0">
              <a:buNone/>
            </a:pPr>
            <a:r>
              <a:rPr lang="en-SG" dirty="0"/>
              <a:t>- Set up a campaign with the objective of views/traffic</a:t>
            </a:r>
          </a:p>
          <a:p>
            <a:pPr marL="0" indent="0">
              <a:buNone/>
            </a:pPr>
            <a:r>
              <a:rPr lang="en-SG" dirty="0"/>
              <a:t>- Consider your own campaign settings (Budget, schedule (start, end)), campaign type, etc.</a:t>
            </a:r>
          </a:p>
          <a:p>
            <a:pPr marL="0" indent="0">
              <a:buNone/>
            </a:pPr>
            <a:r>
              <a:rPr lang="en-SG" u="sng" dirty="0"/>
              <a:t>Ad Group Level</a:t>
            </a:r>
          </a:p>
          <a:p>
            <a:pPr marL="0" indent="0">
              <a:buNone/>
            </a:pPr>
            <a:r>
              <a:rPr lang="en-SG" dirty="0"/>
              <a:t>- Set up your keywords (10 Keywords (5 short tail and 5 long tail) </a:t>
            </a:r>
          </a:p>
          <a:p>
            <a:pPr marL="0" indent="0">
              <a:buNone/>
            </a:pPr>
            <a:r>
              <a:rPr lang="en-SG" u="sng" dirty="0"/>
              <a:t>Ad Level</a:t>
            </a:r>
          </a:p>
          <a:p>
            <a:pPr>
              <a:buFontTx/>
              <a:buChar char="-"/>
            </a:pPr>
            <a:r>
              <a:rPr lang="en-SG" dirty="0"/>
              <a:t>5 Headlines based from some of your keywords</a:t>
            </a:r>
          </a:p>
          <a:p>
            <a:pPr>
              <a:buFontTx/>
              <a:buChar char="-"/>
            </a:pPr>
            <a:r>
              <a:rPr lang="en-SG" dirty="0"/>
              <a:t>3 Descriptions </a:t>
            </a:r>
          </a:p>
          <a:p>
            <a:pPr>
              <a:buFontTx/>
              <a:buChar char="-"/>
            </a:pPr>
            <a:r>
              <a:rPr lang="en-SG" dirty="0"/>
              <a:t>2 Sitelinks (based on the pages within your </a:t>
            </a:r>
            <a:r>
              <a:rPr lang="en-SG" dirty="0" err="1"/>
              <a:t>wix</a:t>
            </a:r>
            <a:r>
              <a:rPr lang="en-SG" dirty="0"/>
              <a:t> website)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0336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DD16A-43DA-7272-7FA7-11F0FCBCD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3549-33D4-0B8F-3225-80B286E9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Santhiya (</a:t>
            </a:r>
            <a:r>
              <a:rPr lang="en-SG" dirty="0" err="1"/>
              <a:t>Kayyla</a:t>
            </a:r>
            <a:r>
              <a:rPr lang="en-SG" dirty="0"/>
              <a:t> Clothing) – Creating a Campaign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47D00-31ED-AB9B-3C47-80EE1AB1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527" y="18194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G" u="sng" dirty="0"/>
              <a:t>Campaign Level</a:t>
            </a:r>
          </a:p>
          <a:p>
            <a:pPr marL="0" indent="0">
              <a:buNone/>
            </a:pPr>
            <a:r>
              <a:rPr lang="en-SG" dirty="0"/>
              <a:t>- Set up a campaign with the objective of views/traffic</a:t>
            </a:r>
          </a:p>
          <a:p>
            <a:pPr marL="0" indent="0">
              <a:buNone/>
            </a:pPr>
            <a:r>
              <a:rPr lang="en-SG" dirty="0"/>
              <a:t>- Consider your own campaign settings (Budget, schedule (start, end)), campaign type, etc.</a:t>
            </a:r>
          </a:p>
          <a:p>
            <a:pPr marL="0" indent="0">
              <a:buNone/>
            </a:pPr>
            <a:r>
              <a:rPr lang="en-SG" u="sng" dirty="0"/>
              <a:t>Ad Group Level</a:t>
            </a:r>
          </a:p>
          <a:p>
            <a:pPr marL="0" indent="0">
              <a:buNone/>
            </a:pPr>
            <a:r>
              <a:rPr lang="en-SG" dirty="0"/>
              <a:t>- Set up your keywords (10 Keywords (5 short tail and 5 long tail) </a:t>
            </a:r>
          </a:p>
          <a:p>
            <a:pPr marL="0" indent="0">
              <a:buNone/>
            </a:pPr>
            <a:r>
              <a:rPr lang="en-SG" u="sng" dirty="0"/>
              <a:t>Ad Level</a:t>
            </a:r>
          </a:p>
          <a:p>
            <a:pPr>
              <a:buFontTx/>
              <a:buChar char="-"/>
            </a:pPr>
            <a:r>
              <a:rPr lang="en-SG" dirty="0"/>
              <a:t>5 Headlines based from some of your keywords</a:t>
            </a:r>
          </a:p>
          <a:p>
            <a:pPr>
              <a:buFontTx/>
              <a:buChar char="-"/>
            </a:pPr>
            <a:r>
              <a:rPr lang="en-SG" dirty="0"/>
              <a:t>3 Descriptions </a:t>
            </a:r>
          </a:p>
          <a:p>
            <a:pPr>
              <a:buFontTx/>
              <a:buChar char="-"/>
            </a:pPr>
            <a:r>
              <a:rPr lang="en-SG" dirty="0"/>
              <a:t>2 Sitelinks (based on the pages within your </a:t>
            </a:r>
            <a:r>
              <a:rPr lang="en-SG" dirty="0" err="1"/>
              <a:t>wix</a:t>
            </a:r>
            <a:r>
              <a:rPr lang="en-SG" dirty="0"/>
              <a:t> website)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68018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357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Campaign, Ad Group, Ad Creation</vt:lpstr>
      <vt:lpstr>Du Ki (Bella Café) – Creating a Campaign</vt:lpstr>
      <vt:lpstr>Htoo(Htoo Photography) – Creating a Campaign</vt:lpstr>
      <vt:lpstr>Cool (Angel Cool Restaurant) – Creating a Campaign</vt:lpstr>
      <vt:lpstr>Santhiya (Kayyla Clothing) – Creating a Campaign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1</cp:revision>
  <dcterms:created xsi:type="dcterms:W3CDTF">2026-09-09T04:15:38Z</dcterms:created>
  <dcterms:modified xsi:type="dcterms:W3CDTF">2026-09-09T05:30:49Z</dcterms:modified>
</cp:coreProperties>
</file>