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FAA7-E53E-CACC-01D4-DF85A9307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7A7CE4-BF49-2DB2-989F-053178332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301D-364E-70C6-7581-075E1246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BC3AD-6D81-8735-1B2F-13550C503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D0D15-B313-77EB-712D-5259CBF5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4485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4CD6-1B47-84AB-5ED6-2ACC75FA8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B0019-9D0C-B223-7E34-2F5152BDD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447E4-862F-E2A0-2A06-33741E2B3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A28EB-3193-1C87-6966-00A6FADE9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2F8EA-ADB7-837D-301D-E0A616EF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234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5555-7C9C-B88B-4B69-DFF863D6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2ADD7-FC59-2054-A92D-AC9A00BA4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AB597-DE60-B673-6B43-DA795948D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03BAE-B13F-EB11-DD6A-5D65B1DD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0DA01-CBFE-E873-6B8A-358855D4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528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82D14-99D3-2277-F91E-9B06D7CCE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CA929-84E8-2517-6F31-50A8644B0A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C927C-DCCC-9322-D9EB-F59BAB759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DBB28-D770-6503-D3A3-2B56C3DE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98551-C236-203D-09C2-BB1CA228C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1B436-41C8-4B29-1356-8F858F09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6578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7671-1DB3-F19D-A5F2-CCC0660E4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CFA12-2FE8-83E0-2BF5-D46CEA74D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89144-9DD2-DA02-4F04-C3A1924ED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BB612-2F5D-9745-D395-A481BF1FD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5D974-F1C6-86EE-161E-1FAC2F616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C6801-42BB-F127-9444-9BBFB646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A9C77-2319-3D18-C161-68624752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E726DB-B7F8-E3FD-7ED9-C058CC4F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7521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291F-50C5-D3B5-78BD-636EA94F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39DA5-2E57-6B0F-6685-FB23EEDA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77FA1-61CA-75F0-C1D1-3EDFC477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85660-7B7B-CD1D-4E34-EA627EEC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0128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06330D-AA8E-F4CF-348C-4614FEE8E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09F11-19D3-E968-8D82-E03E8BA7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C85D6-FD8A-EAA7-263A-58CBD67A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1398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88B0-1206-47D6-E957-7675812C5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3E696-D540-02B9-F5A5-52B94AB7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4E803-9BE8-F59B-B4E4-28C19E010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3B947-A756-B3AA-0659-2D17C6E93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9707F-A6E3-BBF7-495F-2D142540F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A2714-2FD7-07C1-D335-04515463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2306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07E7-9240-1A04-03F4-78FD3258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90857-65D6-4DC1-047D-FDDBD3D1B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6334B-C72B-2453-7F55-DEC038B46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1E3AE-D558-41C3-AA72-37B1C49CD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70275-DB3D-6109-8303-8D128D0A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14575-B9EC-3A66-171F-4D823738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876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C514-5687-FBAC-A0F9-2B83FDF07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45EC2-AE0A-9E1B-CA9E-08353E9C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2386C-1080-374A-842F-64722137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A78E3-83EB-D510-0781-86FDDBBCF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06E77-B60B-F55A-45C1-C2C2F181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575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E1E654-4E87-9645-5213-614AF4715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63D6B-9E8A-DD90-1D6D-242A21E44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D3E8B-7AE1-3F14-48BF-348ABB85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67214-052A-4C4A-72DD-479DD075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A7380-9701-D664-EDDE-DD25B8F7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080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128FC6-D9AC-C11E-D8FD-816DD7C8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99206-AD2C-363D-D084-AF604CD98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78DDE-C031-111F-D906-EFF9CFC5C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6BA9C-FC06-4990-A8CA-DE4A00204A9E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C6E55-B6C3-05A3-8CD1-702201615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C49AB-4759-28F4-F3EB-AA3354212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CE342-20AF-4B61-9B5C-1AA69427EE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2507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446A-B519-5E82-9467-6843FD0D0C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Using Keyword Planner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0012C-0FFC-85DF-6440-A482D8E8AF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696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BEDD2-3553-8243-F459-B1CAE199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Instructions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B2CD9-FA69-0E57-EC16-09CE10E3E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SG" dirty="0"/>
              <a:t>Use the keyword planner tool in Google Ads</a:t>
            </a:r>
          </a:p>
          <a:p>
            <a:r>
              <a:rPr lang="en-SG" dirty="0"/>
              <a:t>Select Discover new Keywords</a:t>
            </a:r>
          </a:p>
          <a:p>
            <a:r>
              <a:rPr lang="en-SG" dirty="0"/>
              <a:t>Go to Start with a Website and then input your </a:t>
            </a:r>
            <a:r>
              <a:rPr lang="en-SG" dirty="0" err="1"/>
              <a:t>wix</a:t>
            </a:r>
            <a:r>
              <a:rPr lang="en-SG" dirty="0"/>
              <a:t> website</a:t>
            </a:r>
          </a:p>
          <a:p>
            <a:r>
              <a:rPr lang="en-SG" dirty="0"/>
              <a:t>Click Get Results</a:t>
            </a:r>
          </a:p>
          <a:p>
            <a:r>
              <a:rPr lang="en-SG" dirty="0"/>
              <a:t>Select 3 relevant keywords with high average monthly volume searches, low-to-medium competition and bid amount is reasonable</a:t>
            </a:r>
          </a:p>
          <a:p>
            <a:r>
              <a:rPr lang="en-SG" dirty="0"/>
              <a:t>Add it these three keywords into your existing campaign but create another Ad Group called “New Keywords”</a:t>
            </a:r>
          </a:p>
          <a:p>
            <a:r>
              <a:rPr lang="en-SG" dirty="0"/>
              <a:t>Select Broad match as the matching type and complete the process by clicking the “Add Keywords”</a:t>
            </a:r>
          </a:p>
        </p:txBody>
      </p:sp>
    </p:spTree>
    <p:extLst>
      <p:ext uri="{BB962C8B-B14F-4D97-AF65-F5344CB8AC3E}">
        <p14:creationId xmlns:p14="http://schemas.microsoft.com/office/powerpoint/2010/main" val="540092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88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Using Keyword Planner</vt:lpstr>
      <vt:lpstr>Instructions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1</cp:revision>
  <dcterms:created xsi:type="dcterms:W3CDTF">2026-09-09T06:19:29Z</dcterms:created>
  <dcterms:modified xsi:type="dcterms:W3CDTF">2026-09-09T07:38:03Z</dcterms:modified>
</cp:coreProperties>
</file>