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5F5E-817C-4990-106A-11A0E5FCE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8F8B0-FD0B-5FDD-F0C8-1A5872600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7B8FE-24D8-911E-5EBE-67275ABF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1B8AB-C0C1-B671-1C56-B33C7497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63D60-445A-E976-8865-1E3A7FE1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186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2D00-4956-8BF0-CBB6-B0F61FE0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C4FE-5253-E27C-D65C-DB9DE4182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E666-9FAD-3C83-A35F-D0B97B17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537D-34D2-AAB4-C7EA-3C8E16F6B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FA66-A623-850A-754F-8014D6F5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979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A50E-5EFE-B94D-5B98-EBE3A5126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3583C-6A00-78CE-5536-5975BE93A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EB05A-D1D4-01C1-E8BE-D712B208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DF8A9-7883-E99E-4C63-350C93562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C1064-93C2-5CDF-79AD-4DB9DA29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681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E122-0102-5DF6-76DB-DA15B15D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27E67-1BDB-B808-E66F-1E1FEC392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89203-4E18-E9CC-79B6-6CBE2EE81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669F4-C334-DADF-D3BC-C20C1313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4AA10-B9F4-7854-FF8D-E810DAEE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C8E60-CEF5-CB33-CE4D-DAE551FE1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991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A114-DEE3-670D-A7F4-3043C6A5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EDA04-6231-038F-E01C-5D08211C0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5935F-B2EC-BE15-5AEA-E848CE252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30F6C-9D4A-3332-A0F9-36C623324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FB63E-A755-CF33-C29B-5FC643DA5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A6DB1-5656-F93F-1E01-9DC10BB6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7D7DF-6C54-5B44-BF91-03E2B3A1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1B607-BA49-6A81-E808-43BA9A57F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4985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9916-80D4-D420-EA9C-207CD7C8E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D4581-9EB4-6B29-FA19-F71B7817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865C4-27C7-9250-8298-E6A3B89C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A74B4-18DC-2349-1DDF-E99B1257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034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73B38-C55D-D0F1-7C4C-4459EE4D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21AAC-705F-E7C5-872B-1BD320AB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DE67-394C-BC19-49F1-A4BD9A9F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877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E736-AA85-1EE4-1CC4-22848A1D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72FD-11E8-7077-AFC7-BF4ECE918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81D8B-C555-F9EB-7DB4-8EDEEC91B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EDFE0-1B78-1003-372C-15D19A2A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811BC-B69B-35C6-6CAD-F2250CBD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419DE-C4FB-433F-F077-BFC96290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351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3D68-C608-0AAA-6E04-C5C28DF7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D8CB9-09F8-1F2D-5071-E21C7416C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6EE18-06DD-2A19-1516-3C833D6D0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730C8-B85A-3768-E67B-64553DDD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1784D-0F4C-0BF2-0497-5C2F088A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98BB4-08B6-69A0-9447-AC9FB24A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064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A7F17-C39D-FF32-7B90-7B561BF6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B0C28-CE45-0E46-A3EE-6B3E80155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471B0-014F-A9BA-E721-05DE1895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8BAE9-573A-EDBF-E4CF-E310D798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84DDA-6645-3A94-4227-2478FCB3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546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9AE0D-CBD8-7BAA-B408-6D70CD553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38955-B660-4FB5-9F53-ADA69C5B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9E99D-FED8-CEC5-8211-43D4F0B3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0B85B-BBF1-7528-2AE9-B3CE2693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BEBF2-E145-2E03-CB24-67130D32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159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406D0-F0C2-DE85-B0D8-C07A9C7A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CEE02-EDB7-4EC2-17E8-FC4B80B67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0C64A-9155-8B93-4D63-0BC5B624C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40D29-2F2C-4B18-A183-0DED336E59D8}" type="datetimeFigureOut">
              <a:rPr lang="en-SG" smtClean="0"/>
              <a:t>24/9/2026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70910-4506-C874-8B88-87EF9EAD1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DD45-628B-3932-4B28-E26C7C31E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0F2A7-7DD2-4699-8DD3-15C3A7290D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462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CE23-3CD2-4D2D-FD6A-0CAAA5C3AA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Two Types of Customers/Buyers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09A45-DDC3-78B8-B2F6-EBAF31E52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555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1E9C-3263-3BB3-A0A6-AFC582E99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1. Intelligent Customer (Thinking Customer)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39C2B-E8EA-3846-9E23-80D5F5A94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Buy products based on needs</a:t>
            </a:r>
          </a:p>
          <a:p>
            <a:r>
              <a:rPr lang="en-SG" dirty="0"/>
              <a:t>They know what they need </a:t>
            </a:r>
          </a:p>
        </p:txBody>
      </p:sp>
    </p:spTree>
    <p:extLst>
      <p:ext uri="{BB962C8B-B14F-4D97-AF65-F5344CB8AC3E}">
        <p14:creationId xmlns:p14="http://schemas.microsoft.com/office/powerpoint/2010/main" val="150779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FE6A-E9D8-1C64-0C61-5E739AC4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2. Emotional Customers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A70A9-643B-A46A-08BF-6C3A5A47D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They buy based on emotions </a:t>
            </a:r>
          </a:p>
          <a:p>
            <a:r>
              <a:rPr lang="en-SG" dirty="0"/>
              <a:t>Impulse Buyers</a:t>
            </a:r>
          </a:p>
        </p:txBody>
      </p:sp>
    </p:spTree>
    <p:extLst>
      <p:ext uri="{BB962C8B-B14F-4D97-AF65-F5344CB8AC3E}">
        <p14:creationId xmlns:p14="http://schemas.microsoft.com/office/powerpoint/2010/main" val="202536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01D1-4F1F-BC3F-92DD-0AE16BAF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Design (Customer Journey Mapping)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5401D-B6F3-17F7-01C9-EFB9F4DF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SG" dirty="0"/>
              <a:t>1</a:t>
            </a:r>
            <a:r>
              <a:rPr lang="en-SG" baseline="30000" dirty="0"/>
              <a:t>st</a:t>
            </a:r>
            <a:r>
              <a:rPr lang="en-SG" dirty="0"/>
              <a:t> Stage – Actions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Step 1: Visit the Mono Design Website</a:t>
            </a:r>
          </a:p>
          <a:p>
            <a:pPr marL="0" indent="0">
              <a:buNone/>
            </a:pPr>
            <a:r>
              <a:rPr lang="en-SG" dirty="0"/>
              <a:t>Step 2: Sign-up/Subscribe (Designer, Client) – Payment API</a:t>
            </a:r>
          </a:p>
          <a:p>
            <a:pPr marL="0" indent="0">
              <a:buNone/>
            </a:pPr>
            <a:r>
              <a:rPr lang="en-SG" dirty="0"/>
              <a:t>Step 3: a. Designer (Setup Profile, Portfolio, Services)</a:t>
            </a:r>
          </a:p>
          <a:p>
            <a:pPr marL="0" indent="0">
              <a:buNone/>
            </a:pPr>
            <a:r>
              <a:rPr lang="en-SG" dirty="0"/>
              <a:t>                b. Client (E.g., individual, business, marketing agency) – Setup Profile, Search Designers, Search Designs (E.g., logo, banner, social media, etc.), Select designers and get designer services, payment (towards the designer, service fee commission)</a:t>
            </a:r>
          </a:p>
          <a:p>
            <a:pPr marL="0" indent="0">
              <a:buNone/>
            </a:pPr>
            <a:r>
              <a:rPr lang="en-SG" dirty="0"/>
              <a:t>Step 4: Client rate and provide reviews towards the designer</a:t>
            </a:r>
          </a:p>
          <a:p>
            <a:pPr marL="0" indent="0">
              <a:buNone/>
            </a:pPr>
            <a:r>
              <a:rPr lang="en-SG" dirty="0"/>
              <a:t>Step 5: Show ratings/review for each designer</a:t>
            </a:r>
          </a:p>
          <a:p>
            <a:pPr marL="0" indent="0">
              <a:buNone/>
            </a:pPr>
            <a:r>
              <a:rPr lang="en-SG" dirty="0"/>
              <a:t>Step 6: Support (Designers, Clients)</a:t>
            </a:r>
          </a:p>
        </p:txBody>
      </p:sp>
    </p:spTree>
    <p:extLst>
      <p:ext uri="{BB962C8B-B14F-4D97-AF65-F5344CB8AC3E}">
        <p14:creationId xmlns:p14="http://schemas.microsoft.com/office/powerpoint/2010/main" val="307375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742B-1FF4-3A1B-DFDD-FB93922C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4024-C530-C9EC-7237-5AE6C5D2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Design (Customer Journey Mapping)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0D4C-1A1A-D351-24F0-9CCAD560A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2</a:t>
            </a:r>
            <a:r>
              <a:rPr lang="en-SG" baseline="30000" dirty="0"/>
              <a:t>nd</a:t>
            </a:r>
            <a:r>
              <a:rPr lang="en-SG" dirty="0"/>
              <a:t> Stage – Touchpoints</a:t>
            </a:r>
          </a:p>
          <a:p>
            <a:pPr marL="0" indent="0">
              <a:buNone/>
            </a:pPr>
            <a:endParaRPr lang="en-SG" dirty="0"/>
          </a:p>
          <a:p>
            <a:pPr>
              <a:buFontTx/>
              <a:buChar char="-"/>
            </a:pPr>
            <a:r>
              <a:rPr lang="en-SG" dirty="0"/>
              <a:t>Website </a:t>
            </a:r>
          </a:p>
          <a:p>
            <a:pPr>
              <a:buFontTx/>
              <a:buChar char="-"/>
            </a:pPr>
            <a:r>
              <a:rPr lang="en-SG" dirty="0"/>
              <a:t>Social Media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01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DFE7F-30C8-E606-1642-3265162C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E429-48CF-ABEB-D33B-B19E1DFE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Design (Customer Journey Mapping)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5E03E-76F8-9B08-2660-EF3368B0B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3</a:t>
            </a:r>
            <a:r>
              <a:rPr lang="en-SG" baseline="30000" dirty="0"/>
              <a:t>rd</a:t>
            </a:r>
            <a:r>
              <a:rPr lang="en-SG" dirty="0"/>
              <a:t>  Stage – Emotions</a:t>
            </a:r>
          </a:p>
          <a:p>
            <a:pPr marL="0" indent="0">
              <a:buNone/>
            </a:pPr>
            <a:endParaRPr lang="en-SG" dirty="0"/>
          </a:p>
          <a:p>
            <a:pPr>
              <a:buFontTx/>
              <a:buChar char="-"/>
            </a:pPr>
            <a:r>
              <a:rPr lang="en-SG" dirty="0"/>
              <a:t>Consumers (Emotions – Fear, Greed, Urgency, Benefits, Love &amp; Belonginess, Pride, Joy/Happiness)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75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D17E-C122-1816-472A-28E3B2C60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B3B09-25EE-D8A3-ECB9-211F7F02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Design (Customer Journey Mapping)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F509-ED3B-FA22-E13B-83DE65FEE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SG" baseline="30000" dirty="0"/>
              <a:t>4th </a:t>
            </a:r>
            <a:r>
              <a:rPr lang="en-SG" dirty="0"/>
              <a:t>  Stage – Pain Points</a:t>
            </a:r>
          </a:p>
          <a:p>
            <a:pPr marL="0" indent="0">
              <a:buNone/>
            </a:pPr>
            <a:endParaRPr lang="en-SG" dirty="0"/>
          </a:p>
          <a:p>
            <a:pPr>
              <a:buFontTx/>
              <a:buChar char="-"/>
            </a:pPr>
            <a:r>
              <a:rPr lang="en-SG" dirty="0"/>
              <a:t>What makes the consumers/customers annoyed/angry/disappointed/unsatisfied?</a:t>
            </a:r>
          </a:p>
          <a:p>
            <a:pPr>
              <a:buFontTx/>
              <a:buChar char="-"/>
            </a:pPr>
            <a:endParaRPr lang="en-SG" dirty="0"/>
          </a:p>
          <a:p>
            <a:pPr marL="514350" indent="-514350">
              <a:buAutoNum type="arabicPeriod"/>
            </a:pPr>
            <a:r>
              <a:rPr lang="en-SG" dirty="0"/>
              <a:t>Delay of Design outcomes/delivery of designs </a:t>
            </a:r>
          </a:p>
          <a:p>
            <a:pPr marL="514350" indent="-514350">
              <a:buAutoNum type="arabicPeriod"/>
            </a:pPr>
            <a:r>
              <a:rPr lang="en-SG" dirty="0"/>
              <a:t>The Design interpretation (The designers design does not met the requirements of the client)</a:t>
            </a:r>
          </a:p>
          <a:p>
            <a:pPr marL="514350" indent="-514350">
              <a:buAutoNum type="arabicPeriod"/>
            </a:pPr>
            <a:r>
              <a:rPr lang="en-SG" dirty="0"/>
              <a:t>Elements/Service which is promised but not delivered</a:t>
            </a:r>
          </a:p>
          <a:p>
            <a:pPr marL="514350" indent="-514350">
              <a:buAutoNum type="arabicPeriod"/>
            </a:pPr>
            <a:r>
              <a:rPr lang="en-SG" dirty="0"/>
              <a:t>Provide more payment options</a:t>
            </a:r>
          </a:p>
          <a:p>
            <a:pPr marL="514350" indent="-514350">
              <a:buAutoNum type="arabicPeriod"/>
            </a:pPr>
            <a:r>
              <a:rPr lang="en-SG" dirty="0"/>
              <a:t>24/7 Feedback mechanism (Automation/Bot) - AI</a:t>
            </a:r>
          </a:p>
          <a:p>
            <a:pPr>
              <a:buFontTx/>
              <a:buChar char="-"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545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9835-AAC7-BD72-B3E2-9A9A4754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41DBB-14B9-1A0F-EBF5-6F87609A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Design (Customer Journey Mapping)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810A-675E-F142-488C-0DB72BCE8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SG" baseline="30000" dirty="0"/>
              <a:t>5th </a:t>
            </a:r>
            <a:r>
              <a:rPr lang="en-SG" dirty="0"/>
              <a:t>  Stage – Opportunities</a:t>
            </a:r>
          </a:p>
          <a:p>
            <a:pPr marL="0" indent="0">
              <a:buNone/>
            </a:pPr>
            <a:endParaRPr lang="en-SG" dirty="0"/>
          </a:p>
          <a:p>
            <a:pPr>
              <a:buFontTx/>
              <a:buChar char="-"/>
            </a:pPr>
            <a:r>
              <a:rPr lang="en-SG" dirty="0"/>
              <a:t>Solutions or fixes to improve satisfaction</a:t>
            </a:r>
          </a:p>
          <a:p>
            <a:pPr>
              <a:buFontTx/>
              <a:buChar char="-"/>
            </a:pPr>
            <a:endParaRPr lang="en-SG" dirty="0"/>
          </a:p>
          <a:p>
            <a:pPr marL="514350" indent="-514350">
              <a:buAutoNum type="arabicPeriod"/>
            </a:pPr>
            <a:r>
              <a:rPr lang="en-SG" dirty="0"/>
              <a:t>Proper notifications (Reminders) to the designers (designs that are closed to due date of delivery) – Email, SMS notification)</a:t>
            </a:r>
          </a:p>
          <a:p>
            <a:pPr marL="514350" indent="-514350">
              <a:buAutoNum type="arabicPeriod"/>
            </a:pPr>
            <a:r>
              <a:rPr lang="en-SG" dirty="0"/>
              <a:t>Integrate an AI to process consumers design checklist and map it with the actual design to make sure every components is met</a:t>
            </a:r>
          </a:p>
          <a:p>
            <a:pPr marL="514350" indent="-514350">
              <a:buAutoNum type="arabicPeriod"/>
            </a:pPr>
            <a:r>
              <a:rPr lang="en-SG" dirty="0"/>
              <a:t>Checklist and notification (Reminders) to the designers</a:t>
            </a:r>
          </a:p>
          <a:p>
            <a:pPr marL="514350" indent="-514350">
              <a:buAutoNum type="arabicPeriod"/>
            </a:pPr>
            <a:r>
              <a:rPr lang="en-SG" dirty="0"/>
              <a:t>Unavailability of payments (Less payment options)</a:t>
            </a:r>
          </a:p>
          <a:p>
            <a:pPr marL="514350" indent="-514350">
              <a:buAutoNum type="arabicPeriod"/>
            </a:pPr>
            <a:r>
              <a:rPr lang="en-SG" dirty="0"/>
              <a:t>Feedback not processed or look onto</a:t>
            </a:r>
          </a:p>
          <a:p>
            <a:pPr>
              <a:buFontTx/>
              <a:buChar char="-"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93035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375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Two Types of Customers/Buyers</vt:lpstr>
      <vt:lpstr>1. Intelligent Customer (Thinking Customer)</vt:lpstr>
      <vt:lpstr>2. Emotional Customers </vt:lpstr>
      <vt:lpstr>Mono Design (Customer Journey Mapping)</vt:lpstr>
      <vt:lpstr>Mono Design (Customer Journey Mapping)</vt:lpstr>
      <vt:lpstr>Mono Design (Customer Journey Mapping)</vt:lpstr>
      <vt:lpstr>Mono Design (Customer Journey Mapping)</vt:lpstr>
      <vt:lpstr>Mono Design (Customer Journey Mapping)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</cp:revision>
  <dcterms:created xsi:type="dcterms:W3CDTF">2026-09-24T01:06:11Z</dcterms:created>
  <dcterms:modified xsi:type="dcterms:W3CDTF">2026-09-24T02:59:25Z</dcterms:modified>
</cp:coreProperties>
</file>